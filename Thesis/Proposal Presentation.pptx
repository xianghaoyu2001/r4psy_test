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78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3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69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7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9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6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03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18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4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87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C0D13-4840-4AA0-8FE2-C73695367DE5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3F3E9-82F3-4719-AB3B-3974C7A0E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4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gi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53613" y="383059"/>
            <a:ext cx="68847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Flexible Associations: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Openness to Experience and Network Structure of Semantic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3613" y="4378410"/>
            <a:ext cx="6884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Alexander Christensen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Thesis Proposal</a:t>
            </a:r>
          </a:p>
        </p:txBody>
      </p:sp>
    </p:spTree>
    <p:extLst>
      <p:ext uri="{BB962C8B-B14F-4D97-AF65-F5344CB8AC3E}">
        <p14:creationId xmlns:p14="http://schemas.microsoft.com/office/powerpoint/2010/main" val="151839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Structure of Semantic Memory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59242" y="1519881"/>
            <a:ext cx="99504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Collins and Quillian (1969) set the foundation for semantic memory being hierarchically organized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Collins and Loftus (1975) put forth spreading activation, which affects the efficiency of search and the associations available in semantic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Collins and colleagues laid the groundwork for semantic memory being structured as a network of hierarchical connections between associations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In semantic networks, nodes are typically represented by concepts or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Connections (or “edges”) are unweighted, bidirectional relationships between two concepts</a:t>
            </a:r>
          </a:p>
        </p:txBody>
      </p:sp>
    </p:spTree>
    <p:extLst>
      <p:ext uri="{BB962C8B-B14F-4D97-AF65-F5344CB8AC3E}">
        <p14:creationId xmlns:p14="http://schemas.microsoft.com/office/powerpoint/2010/main" val="49014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Network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59242" y="1519881"/>
                <a:ext cx="9485221" cy="4596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Average Shortest Path Length (ASPL): mean distance between any two nodes in the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Clustering Coefficient (CC): probability that two neighbors of a node will be neighbors themselves</a:t>
                </a:r>
              </a:p>
              <a:p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Small-worldness (S): small ASPL and large CC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𝑨𝑺𝑷𝑳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𝒓𝒂𝒏𝒅𝒐𝒎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𝑨𝑺𝑷𝑳</m:t>
                        </m:r>
                      </m:den>
                    </m:f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𝑪𝑪</m:t>
                        </m:r>
                      </m:num>
                      <m:den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𝑪𝑪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𝒓𝒆𝒈𝒖𝒍𝒂𝒓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b="1" dirty="0"/>
              </a:p>
              <a:p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Modularity (Q): measure of compartmentalized sections in the network known as network communities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Diameter (D): the length of the longest path in the network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242" y="1519881"/>
                <a:ext cx="9485221" cy="4596195"/>
              </a:xfrm>
              <a:prstGeom prst="rect">
                <a:avLst/>
              </a:prstGeom>
              <a:blipFill>
                <a:blip r:embed="rId4"/>
                <a:stretch>
                  <a:fillRect l="-900" t="-1061" b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34" y="4306648"/>
            <a:ext cx="5333836" cy="2551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6211669"/>
            <a:ext cx="3434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Taken from Watts &amp; Strogatz (1998)</a:t>
            </a:r>
          </a:p>
        </p:txBody>
      </p:sp>
    </p:spTree>
    <p:extLst>
      <p:ext uri="{BB962C8B-B14F-4D97-AF65-F5344CB8AC3E}">
        <p14:creationId xmlns:p14="http://schemas.microsoft.com/office/powerpoint/2010/main" val="269481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Why should openness to experience be related to semantic memory?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59242" y="1760512"/>
            <a:ext cx="97261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Openness is dominated by cognitive functions: intelligence, working memory, autobiographical memory, implicit memory, insight problem solving, imagination, and creativity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Broad general knowledge: crystallized intelligence, curiosity, love of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Cognitive flexibility: divergent thinking, overcoming functional fixedness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Creative cognition: creative achievement, remote associates test (RAT), metaphor production, humor production</a:t>
            </a:r>
          </a:p>
        </p:txBody>
      </p:sp>
    </p:spTree>
    <p:extLst>
      <p:ext uri="{BB962C8B-B14F-4D97-AF65-F5344CB8AC3E}">
        <p14:creationId xmlns:p14="http://schemas.microsoft.com/office/powerpoint/2010/main" val="303503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Associative Theory of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9242" y="1760512"/>
            <a:ext cx="9726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Creative people are able to reach more remote solutions by “flat” associative hierarchies (Mednick, 1962)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High associative strength (“steep” hierarchy)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reduces the probability of getting to more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remote associations and produces fewer, more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stereotypical relations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Evidence of this is seen in a study by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Kenett, Anaki, and Faust (2014) who found highly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creative people have more unique associations to cue words than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people low in creativity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10" y="2176010"/>
            <a:ext cx="4182059" cy="26673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3503" y="4843382"/>
            <a:ext cx="380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Taken from Mednick (1962)</a:t>
            </a:r>
          </a:p>
        </p:txBody>
      </p:sp>
    </p:spTree>
    <p:extLst>
      <p:ext uri="{BB962C8B-B14F-4D97-AF65-F5344CB8AC3E}">
        <p14:creationId xmlns:p14="http://schemas.microsoft.com/office/powerpoint/2010/main" val="129354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Creativity and Semantic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9242" y="1760512"/>
            <a:ext cx="97261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In the same Kenett et al. (2014) study, the authors used a semantic network technique to examine the structure of high and low creative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Groups were formed using scores from Raven’s Matrices, RAT, a metaphor comprehension task, and a battery of divergent thinking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Kenett and colleagues found that the high creative of group had a more interconnected and flexible network than the low creative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This evidence provides direct support for Mednick’s (1962) theory</a:t>
            </a:r>
          </a:p>
        </p:txBody>
      </p:sp>
    </p:spTree>
    <p:extLst>
      <p:ext uri="{BB962C8B-B14F-4D97-AF65-F5344CB8AC3E}">
        <p14:creationId xmlns:p14="http://schemas.microsoft.com/office/powerpoint/2010/main" val="115348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631" y="-54540"/>
            <a:ext cx="6694478" cy="6912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" y="6211669"/>
            <a:ext cx="2980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Taken from Kenett, Anaki, &amp; Faust (2014)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103416"/>
            <a:ext cx="298063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A: Low creative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Larger ASPL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Smaller 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Smaller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Larger 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Larger D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B: High creative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Smaller ASPL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Larger 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Larger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Smaller 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Smaller D</a:t>
            </a: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70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Proposed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9242" y="1760512"/>
            <a:ext cx="9726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Based on openness’s associations with broad general knowledge, cognitive flexibility, and creativity, it’s expected that open people will differ in relation to their semantic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It’s also likely that open people will have more unique semantic associations because of their tendency toward novelty, learning, and knowledge</a:t>
            </a:r>
          </a:p>
        </p:txBody>
      </p:sp>
    </p:spTree>
    <p:extLst>
      <p:ext uri="{BB962C8B-B14F-4D97-AF65-F5344CB8AC3E}">
        <p14:creationId xmlns:p14="http://schemas.microsoft.com/office/powerpoint/2010/main" val="25821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9242" y="1760512"/>
            <a:ext cx="97261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About 200 people will be used from previously collected samples and 300 will be recruited from ongoing research for a total of 500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People will complete a measure of openness to experience using the NEO-FFI personality inventory (12 items)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People will also complete a measure of animal fluency (1 min.)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Based on standardized scores of openness, people will be split into three groups (</a:t>
            </a:r>
            <a:r>
              <a:rPr lang="en-US" sz="2400" b="1" i="1" dirty="0">
                <a:solidFill>
                  <a:schemeClr val="bg1"/>
                </a:solidFill>
              </a:rPr>
              <a:t>n </a:t>
            </a:r>
            <a:r>
              <a:rPr lang="en-US" sz="2400" b="1" dirty="0">
                <a:solidFill>
                  <a:schemeClr val="bg1"/>
                </a:solidFill>
              </a:rPr>
              <a:t>= 100 each; low, moderate, high) with 100 people separating each group</a:t>
            </a:r>
          </a:p>
        </p:txBody>
      </p:sp>
    </p:spTree>
    <p:extLst>
      <p:ext uri="{BB962C8B-B14F-4D97-AF65-F5344CB8AC3E}">
        <p14:creationId xmlns:p14="http://schemas.microsoft.com/office/powerpoint/2010/main" val="114737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Proposed Analysis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9242" y="1760512"/>
            <a:ext cx="9726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The network analysis will use the animal category exemplars generated from each of the three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Current methods require the same responses must be used across all groups when constructing the networks in order to compare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Bootstrapped partial networks (1,000 iterations), using 50% of nodes, will be generated to statistically assess differences between groups (Kenett et al., 2013)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One-way ANOVA will be used to examine linear and quadratic effects for each network measure (ASPL, CC, S, Q, D)</a:t>
            </a:r>
          </a:p>
        </p:txBody>
      </p:sp>
    </p:spTree>
    <p:extLst>
      <p:ext uri="{BB962C8B-B14F-4D97-AF65-F5344CB8AC3E}">
        <p14:creationId xmlns:p14="http://schemas.microsoft.com/office/powerpoint/2010/main" val="273695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duotone>
              <a:prstClr val="black"/>
              <a:schemeClr val="accent1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402" y="411194"/>
            <a:ext cx="951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Hypotheses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52091"/>
              </p:ext>
            </p:extLst>
          </p:nvPr>
        </p:nvGraphicFramePr>
        <p:xfrm>
          <a:off x="1277488" y="1535213"/>
          <a:ext cx="10100767" cy="4320794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584835">
                  <a:extLst>
                    <a:ext uri="{9D8B030D-6E8A-4147-A177-3AD203B41FA5}">
                      <a16:colId xmlns:a16="http://schemas.microsoft.com/office/drawing/2014/main" val="1224274903"/>
                    </a:ext>
                  </a:extLst>
                </a:gridCol>
                <a:gridCol w="2109534">
                  <a:extLst>
                    <a:ext uri="{9D8B030D-6E8A-4147-A177-3AD203B41FA5}">
                      <a16:colId xmlns:a16="http://schemas.microsoft.com/office/drawing/2014/main" val="3672832391"/>
                    </a:ext>
                  </a:extLst>
                </a:gridCol>
                <a:gridCol w="7406398">
                  <a:extLst>
                    <a:ext uri="{9D8B030D-6E8A-4147-A177-3AD203B41FA5}">
                      <a16:colId xmlns:a16="http://schemas.microsoft.com/office/drawing/2014/main" val="2381334583"/>
                    </a:ext>
                  </a:extLst>
                </a:gridCol>
              </a:tblGrid>
              <a:tr h="429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DV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Expected Effect (if any)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Interpretation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843439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none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none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2557880"/>
                  </a:ext>
                </a:extLst>
              </a:tr>
              <a:tr h="85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ASPL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Negative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openness increases, networks will become less spread out and more condensed suggesting increased interconnectivity between associations.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9351379"/>
                  </a:ext>
                </a:extLst>
              </a:tr>
              <a:tr h="85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Q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Negative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openness increases, networks will become less rigid and compartmentalized suggesting decreased categorization of groupings.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4807196"/>
                  </a:ext>
                </a:extLst>
              </a:tr>
              <a:tr h="429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Negative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Networks will become more condensed as openness increases.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3277866"/>
                  </a:ext>
                </a:extLst>
              </a:tr>
              <a:tr h="85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Positive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As openness increases, networks will be more clustered and have shorter path lengths, which suggests greater flexibility and efficiency between associations.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3402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64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Words>780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Christensen</dc:creator>
  <cp:lastModifiedBy>Alexander Christensen</cp:lastModifiedBy>
  <cp:revision>49</cp:revision>
  <dcterms:created xsi:type="dcterms:W3CDTF">2017-02-14T21:36:02Z</dcterms:created>
  <dcterms:modified xsi:type="dcterms:W3CDTF">2017-02-20T13:48:39Z</dcterms:modified>
</cp:coreProperties>
</file>